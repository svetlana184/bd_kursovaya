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8" r:id="rId2"/>
    <p:sldId id="259" r:id="rId3"/>
    <p:sldId id="260" r:id="rId4"/>
    <p:sldId id="274" r:id="rId5"/>
    <p:sldId id="261" r:id="rId6"/>
    <p:sldId id="267" r:id="rId7"/>
    <p:sldId id="269" r:id="rId8"/>
    <p:sldId id="277" r:id="rId9"/>
    <p:sldId id="278" r:id="rId10"/>
    <p:sldId id="279" r:id="rId11"/>
    <p:sldId id="263" r:id="rId12"/>
    <p:sldId id="275" r:id="rId13"/>
    <p:sldId id="276" r:id="rId14"/>
  </p:sldIdLst>
  <p:sldSz cx="10080625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3421"/>
    <a:srgbClr val="642F37"/>
    <a:srgbClr val="F7C667"/>
    <a:srgbClr val="F39048"/>
    <a:srgbClr val="C0350F"/>
    <a:srgbClr val="B89D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1" autoAdjust="0"/>
    <p:restoredTop sz="94660"/>
  </p:normalViewPr>
  <p:slideViewPr>
    <p:cSldViewPr snapToGrid="0">
      <p:cViewPr varScale="1">
        <p:scale>
          <a:sx n="89" d="100"/>
          <a:sy n="89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A976636-B7FA-2F2D-E999-3B7A03A0AA3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C20DC75-01DC-7DBD-76C2-DDA77ABA7C0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4C4587-C408-BB93-5293-682BF01F470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862CCD-B570-4FB8-ADC3-6097BB56CB5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B8C2CE-F769-41DB-B178-C7BA1FA96581}" type="slidenum">
              <a:t>‹#›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34909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409FE0-6CB6-BDA5-60F5-B700113A0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648E371-93D5-3FBE-F6B6-272B2215558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zxx-ZZ"/>
          </a:p>
        </p:txBody>
      </p:sp>
      <p:sp>
        <p:nvSpPr>
          <p:cNvPr id="4" name="Верхний колонтитул 3">
            <a:extLst>
              <a:ext uri="{FF2B5EF4-FFF2-40B4-BE49-F238E27FC236}">
                <a16:creationId xmlns:a16="http://schemas.microsoft.com/office/drawing/2014/main" id="{46F9A797-D485-FC20-6315-318E6C57A3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1A2D9C-7963-C085-FC7A-F119674B2EF0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FCCCE8-7BE8-0CFE-361D-B07C320B42F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321DEA-BA76-2ED5-5C6E-84AED8ED1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4AB1C89E-4251-44DF-B987-54C0BE9D09C3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530377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zxx-ZZ" sz="2000" b="0" i="0" u="none" strike="noStrike" kern="1200" cap="none" spc="0" baseline="0">
        <a:solidFill>
          <a:srgbClr val="000000"/>
        </a:solidFill>
        <a:uFillTx/>
        <a:latin typeface="Arial" pitchFamily="18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4AB1C89E-4251-44DF-B987-54C0BE9D09C3}" type="slidenum">
              <a:rPr lang="zxx-ZZ" smtClean="0"/>
              <a:t>5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2530109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00150-6388-D752-57D7-56051EFEB2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E41C32-E049-A100-9C2F-4EA6B3F3D3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B7E85-AE31-EB7C-C4F4-75DCAEF3982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73668B-C458-3B28-EBD8-F2A981F4E79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AD165A-3C96-1D57-78DE-87AFECA95F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238D04-B8EB-4830-A415-CB9C827376DF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39599903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A5666-F5A3-9D7F-458C-A54949A4F65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FD5195-804D-A53A-31CD-C33AF055EA9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4BFF0-DDD9-DEF6-93F5-6AE6D15248F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D4377B-27C1-D57A-E88D-00D3F07AAD0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D64070-0443-5542-23D1-0AE55340B7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3BCABC-4B29-4A48-A50E-6E5D1332307F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231766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8863F-0836-3E5B-EE3B-EBD6D76E14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E51809-B147-D831-67B4-55E5C059F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E7A1DB-EF72-9AA4-38A2-CEEB7A1B782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AD06A6-D8E4-BFE3-4878-E2F9623569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D84E92-5696-3FD5-6118-E64DACAF23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DF3A14-11F0-4CD0-A117-9F91BBA5EC53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254377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ACF1E-19DA-7C8E-408E-D66C8896BD6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852531-A3B0-D388-FA01-D7D9C9D3D76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9895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2035F3-C4EC-ECBE-B78A-71FC07D8C5C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9895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2623D7-28A0-BEDB-97EA-FEEEAE8652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49F419-1EC4-7395-A63B-6767317E50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27C4FB-ED29-1752-3699-BBAA4F0CF2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1AD297-D66F-4334-9435-4F7A5E727632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516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007E3-42DC-D15A-88C5-CCD0C545F8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494BD7-FAE2-1DCB-6A52-8284D3622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5C47CE-24C4-F066-35BE-00CB09CD9DC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427EF1-69E4-B6FF-56E9-93636C41B43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BF551A4-CD8F-F3D5-9CFD-D9DDB8917C4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074D30-BD87-3788-15B2-3A1CD040D8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9FFA3A-28E4-DF3D-243E-5239B7C731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A726F1-4FEE-A6CC-A297-130470E2F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9649A9-1395-4FDD-902B-2EDFA4D5B594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408480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3E2A3-35B4-12AC-AE8A-767E63B0EE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8E4667-DB8F-C074-D236-CB526842DF8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587E35-87D3-013E-1367-5DCBB4E6F20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CB0BD3-9D0E-9C9F-0DC9-58D297E2F9A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77582B-0143-4F68-B29B-ADC28A96991B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88822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90EC01-70F2-417F-5052-BB440299C6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56829C-D0B5-1780-72EE-1B0D9FD232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4F14F-853D-20A1-52D2-4C2A3E73A2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9D32E7-49D4-48FD-AACA-B7EED6EB30D0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72647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6BE31-DF99-A0C4-779A-145C1BCBB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AF8F6-388A-B725-C1F5-AE80012311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F1136F-8101-D64C-EA98-7AFAD8D5425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E74744-5520-AC9E-FF60-2D4EDF9F26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B39E87-1840-C754-DD1B-B3B96C244D7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7D5666-0D23-270B-0D84-158981D5C24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A6583C-9275-4E3E-B78E-98C3E2C0A1CD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42129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E7E8D-D34D-B4C7-706A-3789B904A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B107FCF-330E-0ECE-08A5-F5C40B090FB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AEEF66-DCEF-28FE-F23D-7F7F2CBB97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AC8262-52D8-3EA3-F8EB-64C7A0ED12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EA8E02-D97C-25D7-1C7D-2D732408DD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F65AD8-6337-86EC-BAEF-4B421AFF1CE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E21149-1A69-480C-956A-117FF0C511B2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3847706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A9F84-D022-CF44-B80C-0E669CA7F5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602DD2-29C8-C108-D174-1D127CFA854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BEC149-3688-5E9F-FE62-658644287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78CAE8-02EF-7409-069D-0DE4386FA3B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92049C-A938-737C-A545-D6C206FFC8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DFD27D-0ABA-432E-9973-E596634EE836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420686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45C65C-3FF0-0443-C27B-79CD72582CB6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6456358"/>
          </a:xfrm>
        </p:spPr>
        <p:txBody>
          <a:bodyPr vert="eaVert"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A6F221-375E-AC60-B5AE-0EA242798DB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645635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B4E99E-C85D-A518-5643-2EDE7AB8DD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9AA7F-F3A7-362C-05F7-1970852652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A21CDF-9C98-BB24-1080-B5C1D6C4116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913327-2071-44E9-A0D1-92DF1391DC6F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156100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42A05-46DD-27AB-C745-F5488E7943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zxx-Z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E64E4A-9A10-2A74-9653-97B8301870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989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zxx-Z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773A42-7A57-4896-9FBB-00D3A8E33D5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AA49DE-B26C-098D-759F-EA2BE037A46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00EC42-A5C4-9C76-6BE3-AF2E3B41D8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3DF17B54-56FC-433D-BB63-F284FE4C94FD}" type="slidenum">
              <a:t>‹#›</a:t>
            </a:fld>
            <a:endParaRPr lang="zxx-Z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zxx-ZZ" sz="4400" b="0" i="0" u="none" strike="noStrike" kern="1200" cap="none" spc="0" baseline="0">
          <a:solidFill>
            <a:srgbClr val="000000"/>
          </a:solidFill>
          <a:uFillTx/>
          <a:latin typeface="Arial" pitchFamily="18"/>
          <a:cs typeface="Tahoma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1415"/>
        </a:spcAft>
        <a:buNone/>
        <a:tabLst/>
        <a:defRPr lang="ru-RU" sz="3200" b="0" i="0" u="none" strike="noStrike" kern="1200" cap="none" spc="0" baseline="0">
          <a:solidFill>
            <a:srgbClr val="000000"/>
          </a:solidFill>
          <a:uFillTx/>
          <a:latin typeface="Arial" pitchFamily="18"/>
          <a:cs typeface="Tahoma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350F"/>
            </a:gs>
            <a:gs pos="100000">
              <a:srgbClr val="642F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6AADFE-824B-21E9-0966-E3685A303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6011" y="4092570"/>
            <a:ext cx="5931926" cy="784547"/>
          </a:xfrm>
        </p:spPr>
        <p:txBody>
          <a:bodyPr/>
          <a:lstStyle/>
          <a:p>
            <a:r>
              <a:rPr lang="ru-RU" dirty="0">
                <a:solidFill>
                  <a:srgbClr val="F7C667"/>
                </a:solidFill>
                <a:latin typeface="Montserrat Alternates" panose="00000500000000000000" pitchFamily="2" charset="-52"/>
              </a:rPr>
              <a:t>приложение для заботы о себе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02111BE-1E11-26AD-16FC-4F75991A8D22}"/>
              </a:ext>
            </a:extLst>
          </p:cNvPr>
          <p:cNvSpPr txBox="1">
            <a:spLocks/>
          </p:cNvSpPr>
          <p:nvPr/>
        </p:nvSpPr>
        <p:spPr>
          <a:xfrm>
            <a:off x="1832688" y="2900226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14000" dirty="0">
                <a:solidFill>
                  <a:srgbClr val="F7C667"/>
                </a:solidFill>
                <a:latin typeface="Montserrat Alternates ExtraBold" pitchFamily="2"/>
              </a:rPr>
              <a:t>Тепло</a:t>
            </a:r>
          </a:p>
        </p:txBody>
      </p:sp>
    </p:spTree>
    <p:extLst>
      <p:ext uri="{BB962C8B-B14F-4D97-AF65-F5344CB8AC3E}">
        <p14:creationId xmlns:p14="http://schemas.microsoft.com/office/powerpoint/2010/main" val="122556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0D64E-F5E9-69D6-F121-58A5C123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107E549-9DB3-960A-977A-B90698AA3110}"/>
              </a:ext>
            </a:extLst>
          </p:cNvPr>
          <p:cNvSpPr txBox="1">
            <a:spLocks/>
          </p:cNvSpPr>
          <p:nvPr/>
        </p:nvSpPr>
        <p:spPr>
          <a:xfrm>
            <a:off x="1716938" y="1017639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Проблема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00C6D7-C901-5D61-A6AB-277B0247A133}"/>
              </a:ext>
            </a:extLst>
          </p:cNvPr>
          <p:cNvSpPr txBox="1"/>
          <p:nvPr/>
        </p:nvSpPr>
        <p:spPr>
          <a:xfrm>
            <a:off x="1390617" y="2979868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66316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CD71A-ED6D-6B89-7043-057A1D39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F658553-F9A8-BFE5-061B-FDBBF5CD3D62}"/>
              </a:ext>
            </a:extLst>
          </p:cNvPr>
          <p:cNvSpPr txBox="1">
            <a:spLocks/>
          </p:cNvSpPr>
          <p:nvPr/>
        </p:nvSpPr>
        <p:spPr>
          <a:xfrm>
            <a:off x="1716938" y="1017639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Решение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6F817-D878-2A89-CE90-DBD42AA2D32E}"/>
              </a:ext>
            </a:extLst>
          </p:cNvPr>
          <p:cNvSpPr txBox="1"/>
          <p:nvPr/>
        </p:nvSpPr>
        <p:spPr>
          <a:xfrm>
            <a:off x="1390617" y="2979868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98692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03B5C-3D60-BEA9-A7BA-948B25720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1BBBFA8-EB6E-05B8-9380-2FCE996265A6}"/>
              </a:ext>
            </a:extLst>
          </p:cNvPr>
          <p:cNvSpPr txBox="1">
            <a:spLocks/>
          </p:cNvSpPr>
          <p:nvPr/>
        </p:nvSpPr>
        <p:spPr>
          <a:xfrm>
            <a:off x="1716938" y="1017639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Ценность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49E10-6D77-F1F5-95ED-64C7354AB3F3}"/>
              </a:ext>
            </a:extLst>
          </p:cNvPr>
          <p:cNvSpPr txBox="1"/>
          <p:nvPr/>
        </p:nvSpPr>
        <p:spPr>
          <a:xfrm>
            <a:off x="1390617" y="2979868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16973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42F37"/>
            </a:gs>
            <a:gs pos="100000">
              <a:srgbClr val="B834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71D99-14D9-3397-04FB-4E37AEEF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121C2A-61F5-6114-04C4-A68A03C0FCA6}"/>
              </a:ext>
            </a:extLst>
          </p:cNvPr>
          <p:cNvSpPr txBox="1"/>
          <p:nvPr/>
        </p:nvSpPr>
        <p:spPr>
          <a:xfrm>
            <a:off x="1266196" y="3564144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05BFA-00D3-5569-E997-37F3A893AB3C}"/>
              </a:ext>
            </a:extLst>
          </p:cNvPr>
          <p:cNvSpPr txBox="1">
            <a:spLocks/>
          </p:cNvSpPr>
          <p:nvPr/>
        </p:nvSpPr>
        <p:spPr>
          <a:xfrm>
            <a:off x="1515038" y="1862828"/>
            <a:ext cx="7050544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Рынок и аудитория</a:t>
            </a:r>
          </a:p>
        </p:txBody>
      </p:sp>
    </p:spTree>
    <p:extLst>
      <p:ext uri="{BB962C8B-B14F-4D97-AF65-F5344CB8AC3E}">
        <p14:creationId xmlns:p14="http://schemas.microsoft.com/office/powerpoint/2010/main" val="39059790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FBDDB-8D4F-2E9C-EF0C-64C305F5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27">
            <a:extLst>
              <a:ext uri="{FF2B5EF4-FFF2-40B4-BE49-F238E27FC236}">
                <a16:creationId xmlns:a16="http://schemas.microsoft.com/office/drawing/2014/main" id="{C6090EEA-BE27-20AB-A029-80C85C495D9B}"/>
              </a:ext>
            </a:extLst>
          </p:cNvPr>
          <p:cNvSpPr/>
          <p:nvPr/>
        </p:nvSpPr>
        <p:spPr>
          <a:xfrm>
            <a:off x="654032" y="1996334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6" name="Прямоугольник: скругленные углы 27">
            <a:extLst>
              <a:ext uri="{FF2B5EF4-FFF2-40B4-BE49-F238E27FC236}">
                <a16:creationId xmlns:a16="http://schemas.microsoft.com/office/drawing/2014/main" id="{CD23DC2E-F6EB-CE78-F426-E24FCA4786F7}"/>
              </a:ext>
            </a:extLst>
          </p:cNvPr>
          <p:cNvSpPr/>
          <p:nvPr/>
        </p:nvSpPr>
        <p:spPr>
          <a:xfrm>
            <a:off x="678413" y="3408969"/>
            <a:ext cx="8723797" cy="967415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4A4BA17-D343-A5A0-35D1-9E2BD472166E}"/>
              </a:ext>
            </a:extLst>
          </p:cNvPr>
          <p:cNvSpPr txBox="1">
            <a:spLocks/>
          </p:cNvSpPr>
          <p:nvPr/>
        </p:nvSpPr>
        <p:spPr>
          <a:xfrm>
            <a:off x="1716940" y="19351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4" name="Прямоугольник: скругленные углы 27">
            <a:extLst>
              <a:ext uri="{FF2B5EF4-FFF2-40B4-BE49-F238E27FC236}">
                <a16:creationId xmlns:a16="http://schemas.microsoft.com/office/drawing/2014/main" id="{B9970117-DFE1-E908-FA6F-51FA494B13BA}"/>
              </a:ext>
            </a:extLst>
          </p:cNvPr>
          <p:cNvSpPr/>
          <p:nvPr/>
        </p:nvSpPr>
        <p:spPr>
          <a:xfrm>
            <a:off x="678413" y="4793647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D91DAC28-1BDA-9BDE-6339-67A6DF529627}"/>
              </a:ext>
            </a:extLst>
          </p:cNvPr>
          <p:cNvSpPr/>
          <p:nvPr/>
        </p:nvSpPr>
        <p:spPr>
          <a:xfrm>
            <a:off x="678413" y="6206704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1247A-BB4A-78BF-84CD-051B02B084B4}"/>
              </a:ext>
            </a:extLst>
          </p:cNvPr>
          <p:cNvSpPr txBox="1"/>
          <p:nvPr/>
        </p:nvSpPr>
        <p:spPr>
          <a:xfrm>
            <a:off x="1000462" y="2068376"/>
            <a:ext cx="7570999" cy="9233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F93DBEAE-0D33-7F92-60C6-07D03673BCD6}"/>
              </a:ext>
            </a:extLst>
          </p:cNvPr>
          <p:cNvSpPr txBox="1"/>
          <p:nvPr/>
        </p:nvSpPr>
        <p:spPr>
          <a:xfrm>
            <a:off x="1000462" y="3480520"/>
            <a:ext cx="5169048" cy="11188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FFFF1153-3D7A-A66A-BCDB-CC27CC153D92}"/>
              </a:ext>
            </a:extLst>
          </p:cNvPr>
          <p:cNvSpPr txBox="1"/>
          <p:nvPr/>
        </p:nvSpPr>
        <p:spPr>
          <a:xfrm>
            <a:off x="1000462" y="4909432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DFB00F72-F5F9-B685-5ABF-BB89D58C5266}"/>
              </a:ext>
            </a:extLst>
          </p:cNvPr>
          <p:cNvSpPr txBox="1"/>
          <p:nvPr/>
        </p:nvSpPr>
        <p:spPr>
          <a:xfrm>
            <a:off x="1000462" y="6519935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041649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35019-D021-897D-C6BE-2A13FD7B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D9D75EB-CCF1-FE6F-DB80-B3BF57507027}"/>
              </a:ext>
            </a:extLst>
          </p:cNvPr>
          <p:cNvSpPr txBox="1">
            <a:spLocks/>
          </p:cNvSpPr>
          <p:nvPr/>
        </p:nvSpPr>
        <p:spPr>
          <a:xfrm>
            <a:off x="1692558" y="23654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AF147F76-2373-CFE5-4521-13EC7AC241FE}"/>
              </a:ext>
            </a:extLst>
          </p:cNvPr>
          <p:cNvSpPr/>
          <p:nvPr/>
        </p:nvSpPr>
        <p:spPr>
          <a:xfrm>
            <a:off x="678413" y="6540648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F899B3F1-209F-3A8D-AC3F-9D4B8D89E8A9}"/>
              </a:ext>
            </a:extLst>
          </p:cNvPr>
          <p:cNvSpPr/>
          <p:nvPr/>
        </p:nvSpPr>
        <p:spPr>
          <a:xfrm>
            <a:off x="654029" y="5649557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Прямоугольник: скругленные углы 27">
            <a:extLst>
              <a:ext uri="{FF2B5EF4-FFF2-40B4-BE49-F238E27FC236}">
                <a16:creationId xmlns:a16="http://schemas.microsoft.com/office/drawing/2014/main" id="{9EC5CEE7-1987-3292-D56B-5500B18A4134}"/>
              </a:ext>
            </a:extLst>
          </p:cNvPr>
          <p:cNvSpPr/>
          <p:nvPr/>
        </p:nvSpPr>
        <p:spPr>
          <a:xfrm>
            <a:off x="654029" y="4758466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F1E9C50-E94A-E8B1-C52E-CADCAEEDDBF9}"/>
              </a:ext>
            </a:extLst>
          </p:cNvPr>
          <p:cNvSpPr/>
          <p:nvPr/>
        </p:nvSpPr>
        <p:spPr>
          <a:xfrm>
            <a:off x="605269" y="1863682"/>
            <a:ext cx="8772560" cy="2619107"/>
          </a:xfrm>
          <a:prstGeom prst="roundRect">
            <a:avLst>
              <a:gd name="adj" fmla="val 14211"/>
            </a:avLst>
          </a:prstGeom>
          <a:solidFill>
            <a:srgbClr val="F7C667"/>
          </a:solidFill>
          <a:ln>
            <a:solidFill>
              <a:srgbClr val="F7C6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2C59F08D-62F1-00C5-21C1-C7A9F85CE5B1}"/>
              </a:ext>
            </a:extLst>
          </p:cNvPr>
          <p:cNvSpPr txBox="1"/>
          <p:nvPr/>
        </p:nvSpPr>
        <p:spPr>
          <a:xfrm>
            <a:off x="892887" y="4859848"/>
            <a:ext cx="5169048" cy="841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24EC06E9-080F-E358-9836-8CE00137D824}"/>
              </a:ext>
            </a:extLst>
          </p:cNvPr>
          <p:cNvSpPr txBox="1"/>
          <p:nvPr/>
        </p:nvSpPr>
        <p:spPr>
          <a:xfrm>
            <a:off x="892887" y="5565314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14D0CB71-C459-6568-3101-89F21236007E}"/>
              </a:ext>
            </a:extLst>
          </p:cNvPr>
          <p:cNvSpPr txBox="1"/>
          <p:nvPr/>
        </p:nvSpPr>
        <p:spPr>
          <a:xfrm>
            <a:off x="892887" y="6637412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A3B45-EB58-8CCC-1ABC-C300E7F67D72}"/>
              </a:ext>
            </a:extLst>
          </p:cNvPr>
          <p:cNvSpPr txBox="1"/>
          <p:nvPr/>
        </p:nvSpPr>
        <p:spPr>
          <a:xfrm>
            <a:off x="892887" y="1888520"/>
            <a:ext cx="7570999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 dirty="0">
                <a:solidFill>
                  <a:srgbClr val="B83421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FB24C-CEBA-1C72-53A4-F41413F42058}"/>
              </a:ext>
            </a:extLst>
          </p:cNvPr>
          <p:cNvSpPr txBox="1"/>
          <p:nvPr/>
        </p:nvSpPr>
        <p:spPr>
          <a:xfrm>
            <a:off x="1186015" y="2699826"/>
            <a:ext cx="658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B83421"/>
                </a:solidFill>
              </a:rPr>
              <a:t>Lorem ipsum dolor sit </a:t>
            </a:r>
            <a:r>
              <a:rPr lang="en-US" dirty="0" err="1">
                <a:solidFill>
                  <a:srgbClr val="B83421"/>
                </a:solidFill>
              </a:rPr>
              <a:t>amet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consectetur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adipiscing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elit</a:t>
            </a:r>
            <a:r>
              <a:rPr lang="en-US" dirty="0">
                <a:solidFill>
                  <a:srgbClr val="B83421"/>
                </a:solidFill>
              </a:rPr>
              <a:t>, sed do </a:t>
            </a:r>
            <a:r>
              <a:rPr lang="en-US" dirty="0" err="1">
                <a:solidFill>
                  <a:srgbClr val="B83421"/>
                </a:solidFill>
              </a:rPr>
              <a:t>eiusmod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tempor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incididunt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labore et dolore magna </a:t>
            </a:r>
            <a:r>
              <a:rPr lang="en-US" dirty="0" err="1">
                <a:solidFill>
                  <a:srgbClr val="B83421"/>
                </a:solidFill>
              </a:rPr>
              <a:t>aliqua</a:t>
            </a:r>
            <a:r>
              <a:rPr lang="en-US" dirty="0">
                <a:solidFill>
                  <a:srgbClr val="B83421"/>
                </a:solidFill>
              </a:rPr>
              <a:t>. Ut </a:t>
            </a:r>
            <a:r>
              <a:rPr lang="en-US" dirty="0" err="1">
                <a:solidFill>
                  <a:srgbClr val="B83421"/>
                </a:solidFill>
              </a:rPr>
              <a:t>enim</a:t>
            </a:r>
            <a:r>
              <a:rPr lang="en-US" dirty="0">
                <a:solidFill>
                  <a:srgbClr val="B83421"/>
                </a:solidFill>
              </a:rPr>
              <a:t> ad minim </a:t>
            </a:r>
            <a:r>
              <a:rPr lang="en-US" dirty="0" err="1">
                <a:solidFill>
                  <a:srgbClr val="B83421"/>
                </a:solidFill>
              </a:rPr>
              <a:t>veniam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quis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nostrud</a:t>
            </a:r>
            <a:r>
              <a:rPr lang="en-US" dirty="0">
                <a:solidFill>
                  <a:srgbClr val="B83421"/>
                </a:solidFill>
              </a:rPr>
              <a:t> exercitation </a:t>
            </a:r>
            <a:r>
              <a:rPr lang="en-US" dirty="0" err="1">
                <a:solidFill>
                  <a:srgbClr val="B83421"/>
                </a:solidFill>
              </a:rPr>
              <a:t>ullamco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laboris</a:t>
            </a:r>
            <a:r>
              <a:rPr lang="en-US" dirty="0">
                <a:solidFill>
                  <a:srgbClr val="B83421"/>
                </a:solidFill>
              </a:rPr>
              <a:t> nisi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aliquip</a:t>
            </a:r>
            <a:r>
              <a:rPr lang="en-US" dirty="0">
                <a:solidFill>
                  <a:srgbClr val="B83421"/>
                </a:solidFill>
              </a:rPr>
              <a:t> ex </a:t>
            </a:r>
            <a:r>
              <a:rPr lang="en-US" dirty="0" err="1">
                <a:solidFill>
                  <a:srgbClr val="B83421"/>
                </a:solidFill>
              </a:rPr>
              <a:t>ea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commodo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consequat</a:t>
            </a:r>
            <a:r>
              <a:rPr lang="en-US" dirty="0">
                <a:solidFill>
                  <a:srgbClr val="B83421"/>
                </a:solidFill>
              </a:rPr>
              <a:t>. </a:t>
            </a:r>
            <a:endParaRPr lang="ru-RU" dirty="0">
              <a:solidFill>
                <a:srgbClr val="B83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972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588F5-FE5E-00B0-FA9E-EF4D41E3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03FA9D9-6F7B-0D35-CBA9-AA9BB25B0B17}"/>
              </a:ext>
            </a:extLst>
          </p:cNvPr>
          <p:cNvSpPr txBox="1">
            <a:spLocks/>
          </p:cNvSpPr>
          <p:nvPr/>
        </p:nvSpPr>
        <p:spPr>
          <a:xfrm>
            <a:off x="1692558" y="23654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ED29237D-0C2A-69E6-40B9-99384C40E129}"/>
              </a:ext>
            </a:extLst>
          </p:cNvPr>
          <p:cNvSpPr/>
          <p:nvPr/>
        </p:nvSpPr>
        <p:spPr>
          <a:xfrm>
            <a:off x="678413" y="6540648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3680B39D-5699-8935-2FEF-77F047104F0C}"/>
              </a:ext>
            </a:extLst>
          </p:cNvPr>
          <p:cNvSpPr/>
          <p:nvPr/>
        </p:nvSpPr>
        <p:spPr>
          <a:xfrm>
            <a:off x="654029" y="5649557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Прямоугольник: скругленные углы 27">
            <a:extLst>
              <a:ext uri="{FF2B5EF4-FFF2-40B4-BE49-F238E27FC236}">
                <a16:creationId xmlns:a16="http://schemas.microsoft.com/office/drawing/2014/main" id="{8626EAF1-5C16-62EC-9761-83DCB9C12E77}"/>
              </a:ext>
            </a:extLst>
          </p:cNvPr>
          <p:cNvSpPr/>
          <p:nvPr/>
        </p:nvSpPr>
        <p:spPr>
          <a:xfrm>
            <a:off x="605269" y="1872419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BE41EB5-FF4E-0DE0-65BC-28F9A1C2F2F2}"/>
              </a:ext>
            </a:extLst>
          </p:cNvPr>
          <p:cNvSpPr/>
          <p:nvPr/>
        </p:nvSpPr>
        <p:spPr>
          <a:xfrm>
            <a:off x="605269" y="2790860"/>
            <a:ext cx="8772560" cy="2619107"/>
          </a:xfrm>
          <a:prstGeom prst="roundRect">
            <a:avLst>
              <a:gd name="adj" fmla="val 14211"/>
            </a:avLst>
          </a:prstGeom>
          <a:solidFill>
            <a:srgbClr val="F7C667"/>
          </a:solidFill>
          <a:ln>
            <a:solidFill>
              <a:srgbClr val="F7C6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92CCCF63-5919-CA9B-8A48-42754F024567}"/>
              </a:ext>
            </a:extLst>
          </p:cNvPr>
          <p:cNvSpPr txBox="1"/>
          <p:nvPr/>
        </p:nvSpPr>
        <p:spPr>
          <a:xfrm>
            <a:off x="844127" y="1973801"/>
            <a:ext cx="5169048" cy="841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E8BEC053-ACC9-AFFD-689A-F9AB43D9F12E}"/>
              </a:ext>
            </a:extLst>
          </p:cNvPr>
          <p:cNvSpPr txBox="1"/>
          <p:nvPr/>
        </p:nvSpPr>
        <p:spPr>
          <a:xfrm>
            <a:off x="892887" y="5565314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F6A6F428-0CBF-663B-2F73-52BF91EB8E92}"/>
              </a:ext>
            </a:extLst>
          </p:cNvPr>
          <p:cNvSpPr txBox="1"/>
          <p:nvPr/>
        </p:nvSpPr>
        <p:spPr>
          <a:xfrm>
            <a:off x="892887" y="6637412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A42FA-9208-2F63-3A2A-FBC9D581FF18}"/>
              </a:ext>
            </a:extLst>
          </p:cNvPr>
          <p:cNvSpPr txBox="1"/>
          <p:nvPr/>
        </p:nvSpPr>
        <p:spPr>
          <a:xfrm>
            <a:off x="892887" y="2815698"/>
            <a:ext cx="7570999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 dirty="0">
                <a:solidFill>
                  <a:srgbClr val="B83421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7C4E36-6D6A-FA35-90BB-52D21135D4BD}"/>
              </a:ext>
            </a:extLst>
          </p:cNvPr>
          <p:cNvSpPr txBox="1"/>
          <p:nvPr/>
        </p:nvSpPr>
        <p:spPr>
          <a:xfrm>
            <a:off x="1186015" y="3627004"/>
            <a:ext cx="658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B83421"/>
                </a:solidFill>
              </a:rPr>
              <a:t>Lorem ipsum dolor sit </a:t>
            </a:r>
            <a:r>
              <a:rPr lang="en-US" dirty="0" err="1">
                <a:solidFill>
                  <a:srgbClr val="B83421"/>
                </a:solidFill>
              </a:rPr>
              <a:t>amet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consectetur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adipiscing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elit</a:t>
            </a:r>
            <a:r>
              <a:rPr lang="en-US" dirty="0">
                <a:solidFill>
                  <a:srgbClr val="B83421"/>
                </a:solidFill>
              </a:rPr>
              <a:t>, sed do </a:t>
            </a:r>
            <a:r>
              <a:rPr lang="en-US" dirty="0" err="1">
                <a:solidFill>
                  <a:srgbClr val="B83421"/>
                </a:solidFill>
              </a:rPr>
              <a:t>eiusmod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tempor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incididunt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labore et dolore magna </a:t>
            </a:r>
            <a:r>
              <a:rPr lang="en-US" dirty="0" err="1">
                <a:solidFill>
                  <a:srgbClr val="B83421"/>
                </a:solidFill>
              </a:rPr>
              <a:t>aliqua</a:t>
            </a:r>
            <a:r>
              <a:rPr lang="en-US" dirty="0">
                <a:solidFill>
                  <a:srgbClr val="B83421"/>
                </a:solidFill>
              </a:rPr>
              <a:t>. Ut </a:t>
            </a:r>
            <a:r>
              <a:rPr lang="en-US" dirty="0" err="1">
                <a:solidFill>
                  <a:srgbClr val="B83421"/>
                </a:solidFill>
              </a:rPr>
              <a:t>enim</a:t>
            </a:r>
            <a:r>
              <a:rPr lang="en-US" dirty="0">
                <a:solidFill>
                  <a:srgbClr val="B83421"/>
                </a:solidFill>
              </a:rPr>
              <a:t> ad minim </a:t>
            </a:r>
            <a:r>
              <a:rPr lang="en-US" dirty="0" err="1">
                <a:solidFill>
                  <a:srgbClr val="B83421"/>
                </a:solidFill>
              </a:rPr>
              <a:t>veniam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quis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nostrud</a:t>
            </a:r>
            <a:r>
              <a:rPr lang="en-US" dirty="0">
                <a:solidFill>
                  <a:srgbClr val="B83421"/>
                </a:solidFill>
              </a:rPr>
              <a:t> exercitation </a:t>
            </a:r>
            <a:r>
              <a:rPr lang="en-US" dirty="0" err="1">
                <a:solidFill>
                  <a:srgbClr val="B83421"/>
                </a:solidFill>
              </a:rPr>
              <a:t>ullamco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laboris</a:t>
            </a:r>
            <a:r>
              <a:rPr lang="en-US" dirty="0">
                <a:solidFill>
                  <a:srgbClr val="B83421"/>
                </a:solidFill>
              </a:rPr>
              <a:t> nisi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aliquip</a:t>
            </a:r>
            <a:r>
              <a:rPr lang="en-US" dirty="0">
                <a:solidFill>
                  <a:srgbClr val="B83421"/>
                </a:solidFill>
              </a:rPr>
              <a:t> ex </a:t>
            </a:r>
            <a:r>
              <a:rPr lang="en-US" dirty="0" err="1">
                <a:solidFill>
                  <a:srgbClr val="B83421"/>
                </a:solidFill>
              </a:rPr>
              <a:t>ea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commodo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consequat</a:t>
            </a:r>
            <a:r>
              <a:rPr lang="en-US" dirty="0">
                <a:solidFill>
                  <a:srgbClr val="B83421"/>
                </a:solidFill>
              </a:rPr>
              <a:t>. </a:t>
            </a:r>
            <a:endParaRPr lang="ru-RU" dirty="0">
              <a:solidFill>
                <a:srgbClr val="B83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7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84E49-B3C3-E486-389F-5657A4A9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7DC1A8C-D94F-C637-E488-CC69450977BA}"/>
              </a:ext>
            </a:extLst>
          </p:cNvPr>
          <p:cNvSpPr txBox="1">
            <a:spLocks/>
          </p:cNvSpPr>
          <p:nvPr/>
        </p:nvSpPr>
        <p:spPr>
          <a:xfrm>
            <a:off x="1692558" y="23654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480E8E57-4568-1433-2AB7-94C3CCD54F46}"/>
              </a:ext>
            </a:extLst>
          </p:cNvPr>
          <p:cNvSpPr/>
          <p:nvPr/>
        </p:nvSpPr>
        <p:spPr>
          <a:xfrm>
            <a:off x="678413" y="6540648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B534BB57-57BE-2E06-3032-9E1026747CAE}"/>
              </a:ext>
            </a:extLst>
          </p:cNvPr>
          <p:cNvSpPr/>
          <p:nvPr/>
        </p:nvSpPr>
        <p:spPr>
          <a:xfrm>
            <a:off x="584435" y="2798386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Прямоугольник: скругленные углы 27">
            <a:extLst>
              <a:ext uri="{FF2B5EF4-FFF2-40B4-BE49-F238E27FC236}">
                <a16:creationId xmlns:a16="http://schemas.microsoft.com/office/drawing/2014/main" id="{C6A73ED6-6BBC-5019-44E0-85B5FEE8344C}"/>
              </a:ext>
            </a:extLst>
          </p:cNvPr>
          <p:cNvSpPr/>
          <p:nvPr/>
        </p:nvSpPr>
        <p:spPr>
          <a:xfrm>
            <a:off x="605269" y="1872419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540B60C-E4C6-333E-6008-7E433F0DB8BC}"/>
              </a:ext>
            </a:extLst>
          </p:cNvPr>
          <p:cNvSpPr/>
          <p:nvPr/>
        </p:nvSpPr>
        <p:spPr>
          <a:xfrm>
            <a:off x="605269" y="3640111"/>
            <a:ext cx="8772560" cy="2619107"/>
          </a:xfrm>
          <a:prstGeom prst="roundRect">
            <a:avLst>
              <a:gd name="adj" fmla="val 14211"/>
            </a:avLst>
          </a:prstGeom>
          <a:solidFill>
            <a:srgbClr val="F7C667"/>
          </a:solidFill>
          <a:ln>
            <a:solidFill>
              <a:srgbClr val="F7C6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E7EE4FC8-2A23-F72F-D36D-52D7B3629915}"/>
              </a:ext>
            </a:extLst>
          </p:cNvPr>
          <p:cNvSpPr txBox="1"/>
          <p:nvPr/>
        </p:nvSpPr>
        <p:spPr>
          <a:xfrm>
            <a:off x="844127" y="1973801"/>
            <a:ext cx="5169048" cy="841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5E1B5E44-FA15-0269-60D0-E1D2A76C5FD0}"/>
              </a:ext>
            </a:extLst>
          </p:cNvPr>
          <p:cNvSpPr txBox="1"/>
          <p:nvPr/>
        </p:nvSpPr>
        <p:spPr>
          <a:xfrm>
            <a:off x="823293" y="2714143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90CB5056-5EAF-F42A-0DD8-75295F2E9EE7}"/>
              </a:ext>
            </a:extLst>
          </p:cNvPr>
          <p:cNvSpPr txBox="1"/>
          <p:nvPr/>
        </p:nvSpPr>
        <p:spPr>
          <a:xfrm>
            <a:off x="892887" y="6637412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ADD985-A787-809E-1230-62C5B6F49B2D}"/>
              </a:ext>
            </a:extLst>
          </p:cNvPr>
          <p:cNvSpPr txBox="1"/>
          <p:nvPr/>
        </p:nvSpPr>
        <p:spPr>
          <a:xfrm>
            <a:off x="892887" y="3664949"/>
            <a:ext cx="7570999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 dirty="0">
                <a:solidFill>
                  <a:srgbClr val="B83421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12F968-CB5A-67CB-106E-57A0261591B6}"/>
              </a:ext>
            </a:extLst>
          </p:cNvPr>
          <p:cNvSpPr txBox="1"/>
          <p:nvPr/>
        </p:nvSpPr>
        <p:spPr>
          <a:xfrm>
            <a:off x="1186015" y="4476255"/>
            <a:ext cx="658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B83421"/>
                </a:solidFill>
              </a:rPr>
              <a:t>Lorem ipsum dolor sit </a:t>
            </a:r>
            <a:r>
              <a:rPr lang="en-US" dirty="0" err="1">
                <a:solidFill>
                  <a:srgbClr val="B83421"/>
                </a:solidFill>
              </a:rPr>
              <a:t>amet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consectetur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adipiscing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elit</a:t>
            </a:r>
            <a:r>
              <a:rPr lang="en-US" dirty="0">
                <a:solidFill>
                  <a:srgbClr val="B83421"/>
                </a:solidFill>
              </a:rPr>
              <a:t>, sed do </a:t>
            </a:r>
            <a:r>
              <a:rPr lang="en-US" dirty="0" err="1">
                <a:solidFill>
                  <a:srgbClr val="B83421"/>
                </a:solidFill>
              </a:rPr>
              <a:t>eiusmod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tempor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incididunt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labore et dolore magna </a:t>
            </a:r>
            <a:r>
              <a:rPr lang="en-US" dirty="0" err="1">
                <a:solidFill>
                  <a:srgbClr val="B83421"/>
                </a:solidFill>
              </a:rPr>
              <a:t>aliqua</a:t>
            </a:r>
            <a:r>
              <a:rPr lang="en-US" dirty="0">
                <a:solidFill>
                  <a:srgbClr val="B83421"/>
                </a:solidFill>
              </a:rPr>
              <a:t>. Ut </a:t>
            </a:r>
            <a:r>
              <a:rPr lang="en-US" dirty="0" err="1">
                <a:solidFill>
                  <a:srgbClr val="B83421"/>
                </a:solidFill>
              </a:rPr>
              <a:t>enim</a:t>
            </a:r>
            <a:r>
              <a:rPr lang="en-US" dirty="0">
                <a:solidFill>
                  <a:srgbClr val="B83421"/>
                </a:solidFill>
              </a:rPr>
              <a:t> ad minim </a:t>
            </a:r>
            <a:r>
              <a:rPr lang="en-US" dirty="0" err="1">
                <a:solidFill>
                  <a:srgbClr val="B83421"/>
                </a:solidFill>
              </a:rPr>
              <a:t>veniam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quis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nostrud</a:t>
            </a:r>
            <a:r>
              <a:rPr lang="en-US" dirty="0">
                <a:solidFill>
                  <a:srgbClr val="B83421"/>
                </a:solidFill>
              </a:rPr>
              <a:t> exercitation </a:t>
            </a:r>
            <a:r>
              <a:rPr lang="en-US" dirty="0" err="1">
                <a:solidFill>
                  <a:srgbClr val="B83421"/>
                </a:solidFill>
              </a:rPr>
              <a:t>ullamco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laboris</a:t>
            </a:r>
            <a:r>
              <a:rPr lang="en-US" dirty="0">
                <a:solidFill>
                  <a:srgbClr val="B83421"/>
                </a:solidFill>
              </a:rPr>
              <a:t> nisi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aliquip</a:t>
            </a:r>
            <a:r>
              <a:rPr lang="en-US" dirty="0">
                <a:solidFill>
                  <a:srgbClr val="B83421"/>
                </a:solidFill>
              </a:rPr>
              <a:t> ex </a:t>
            </a:r>
            <a:r>
              <a:rPr lang="en-US" dirty="0" err="1">
                <a:solidFill>
                  <a:srgbClr val="B83421"/>
                </a:solidFill>
              </a:rPr>
              <a:t>ea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commodo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consequat</a:t>
            </a:r>
            <a:r>
              <a:rPr lang="en-US" dirty="0">
                <a:solidFill>
                  <a:srgbClr val="B83421"/>
                </a:solidFill>
              </a:rPr>
              <a:t>. </a:t>
            </a:r>
            <a:endParaRPr lang="ru-RU" dirty="0">
              <a:solidFill>
                <a:srgbClr val="B83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506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AC62D-2CFC-F75A-B303-AE07E118B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F7A136B-FE92-CE47-C3DD-9B2E7E20FED1}"/>
              </a:ext>
            </a:extLst>
          </p:cNvPr>
          <p:cNvSpPr txBox="1">
            <a:spLocks/>
          </p:cNvSpPr>
          <p:nvPr/>
        </p:nvSpPr>
        <p:spPr>
          <a:xfrm>
            <a:off x="1692558" y="23654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11F746A8-551E-ABE1-7044-479C5F1F2A88}"/>
              </a:ext>
            </a:extLst>
          </p:cNvPr>
          <p:cNvSpPr/>
          <p:nvPr/>
        </p:nvSpPr>
        <p:spPr>
          <a:xfrm>
            <a:off x="605269" y="3711714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2A955F6B-ADF3-C504-D544-81B10F9B6A1A}"/>
              </a:ext>
            </a:extLst>
          </p:cNvPr>
          <p:cNvSpPr/>
          <p:nvPr/>
        </p:nvSpPr>
        <p:spPr>
          <a:xfrm>
            <a:off x="584435" y="2798386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Прямоугольник: скругленные углы 27">
            <a:extLst>
              <a:ext uri="{FF2B5EF4-FFF2-40B4-BE49-F238E27FC236}">
                <a16:creationId xmlns:a16="http://schemas.microsoft.com/office/drawing/2014/main" id="{7125CEC6-30E1-3407-7108-C152B36A6049}"/>
              </a:ext>
            </a:extLst>
          </p:cNvPr>
          <p:cNvSpPr/>
          <p:nvPr/>
        </p:nvSpPr>
        <p:spPr>
          <a:xfrm>
            <a:off x="605269" y="1872419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CE7914D-0CC8-BD79-036E-D59FE1AC8C3C}"/>
              </a:ext>
            </a:extLst>
          </p:cNvPr>
          <p:cNvSpPr/>
          <p:nvPr/>
        </p:nvSpPr>
        <p:spPr>
          <a:xfrm>
            <a:off x="535675" y="4650320"/>
            <a:ext cx="8772560" cy="2619107"/>
          </a:xfrm>
          <a:prstGeom prst="roundRect">
            <a:avLst>
              <a:gd name="adj" fmla="val 14211"/>
            </a:avLst>
          </a:prstGeom>
          <a:solidFill>
            <a:srgbClr val="F7C667"/>
          </a:solidFill>
          <a:ln>
            <a:solidFill>
              <a:srgbClr val="F7C6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770E23C9-F1E6-AAA6-5F8E-4CF7975942E8}"/>
              </a:ext>
            </a:extLst>
          </p:cNvPr>
          <p:cNvSpPr txBox="1"/>
          <p:nvPr/>
        </p:nvSpPr>
        <p:spPr>
          <a:xfrm>
            <a:off x="844127" y="1973801"/>
            <a:ext cx="5169048" cy="841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16F73C23-6DCC-4848-4B28-B01179453440}"/>
              </a:ext>
            </a:extLst>
          </p:cNvPr>
          <p:cNvSpPr txBox="1"/>
          <p:nvPr/>
        </p:nvSpPr>
        <p:spPr>
          <a:xfrm>
            <a:off x="823293" y="2714143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429B6630-DAAC-70D1-A7BD-36BC1E53E532}"/>
              </a:ext>
            </a:extLst>
          </p:cNvPr>
          <p:cNvSpPr txBox="1"/>
          <p:nvPr/>
        </p:nvSpPr>
        <p:spPr>
          <a:xfrm>
            <a:off x="823293" y="3844744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FBD7E-4BC5-F270-B84E-B867FEA3CE81}"/>
              </a:ext>
            </a:extLst>
          </p:cNvPr>
          <p:cNvSpPr txBox="1"/>
          <p:nvPr/>
        </p:nvSpPr>
        <p:spPr>
          <a:xfrm>
            <a:off x="823293" y="4675158"/>
            <a:ext cx="7570999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 dirty="0">
                <a:solidFill>
                  <a:srgbClr val="B83421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FE16D7-D509-97CE-4C17-2BCB0C2082FD}"/>
              </a:ext>
            </a:extLst>
          </p:cNvPr>
          <p:cNvSpPr txBox="1"/>
          <p:nvPr/>
        </p:nvSpPr>
        <p:spPr>
          <a:xfrm>
            <a:off x="1116421" y="5486464"/>
            <a:ext cx="658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B83421"/>
                </a:solidFill>
              </a:rPr>
              <a:t>Lorem ipsum dolor sit </a:t>
            </a:r>
            <a:r>
              <a:rPr lang="en-US" dirty="0" err="1">
                <a:solidFill>
                  <a:srgbClr val="B83421"/>
                </a:solidFill>
              </a:rPr>
              <a:t>amet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consectetur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adipiscing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elit</a:t>
            </a:r>
            <a:r>
              <a:rPr lang="en-US" dirty="0">
                <a:solidFill>
                  <a:srgbClr val="B83421"/>
                </a:solidFill>
              </a:rPr>
              <a:t>, sed do </a:t>
            </a:r>
            <a:r>
              <a:rPr lang="en-US" dirty="0" err="1">
                <a:solidFill>
                  <a:srgbClr val="B83421"/>
                </a:solidFill>
              </a:rPr>
              <a:t>eiusmod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tempor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incididunt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labore et dolore magna </a:t>
            </a:r>
            <a:r>
              <a:rPr lang="en-US" dirty="0" err="1">
                <a:solidFill>
                  <a:srgbClr val="B83421"/>
                </a:solidFill>
              </a:rPr>
              <a:t>aliqua</a:t>
            </a:r>
            <a:r>
              <a:rPr lang="en-US" dirty="0">
                <a:solidFill>
                  <a:srgbClr val="B83421"/>
                </a:solidFill>
              </a:rPr>
              <a:t>. Ut </a:t>
            </a:r>
            <a:r>
              <a:rPr lang="en-US" dirty="0" err="1">
                <a:solidFill>
                  <a:srgbClr val="B83421"/>
                </a:solidFill>
              </a:rPr>
              <a:t>enim</a:t>
            </a:r>
            <a:r>
              <a:rPr lang="en-US" dirty="0">
                <a:solidFill>
                  <a:srgbClr val="B83421"/>
                </a:solidFill>
              </a:rPr>
              <a:t> ad minim </a:t>
            </a:r>
            <a:r>
              <a:rPr lang="en-US" dirty="0" err="1">
                <a:solidFill>
                  <a:srgbClr val="B83421"/>
                </a:solidFill>
              </a:rPr>
              <a:t>veniam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quis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nostrud</a:t>
            </a:r>
            <a:r>
              <a:rPr lang="en-US" dirty="0">
                <a:solidFill>
                  <a:srgbClr val="B83421"/>
                </a:solidFill>
              </a:rPr>
              <a:t> exercitation </a:t>
            </a:r>
            <a:r>
              <a:rPr lang="en-US" dirty="0" err="1">
                <a:solidFill>
                  <a:srgbClr val="B83421"/>
                </a:solidFill>
              </a:rPr>
              <a:t>ullamco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laboris</a:t>
            </a:r>
            <a:r>
              <a:rPr lang="en-US" dirty="0">
                <a:solidFill>
                  <a:srgbClr val="B83421"/>
                </a:solidFill>
              </a:rPr>
              <a:t> nisi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aliquip</a:t>
            </a:r>
            <a:r>
              <a:rPr lang="en-US" dirty="0">
                <a:solidFill>
                  <a:srgbClr val="B83421"/>
                </a:solidFill>
              </a:rPr>
              <a:t> ex </a:t>
            </a:r>
            <a:r>
              <a:rPr lang="en-US" dirty="0" err="1">
                <a:solidFill>
                  <a:srgbClr val="B83421"/>
                </a:solidFill>
              </a:rPr>
              <a:t>ea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commodo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consequat</a:t>
            </a:r>
            <a:r>
              <a:rPr lang="en-US" dirty="0">
                <a:solidFill>
                  <a:srgbClr val="B83421"/>
                </a:solidFill>
              </a:rPr>
              <a:t>. </a:t>
            </a:r>
            <a:endParaRPr lang="ru-RU" dirty="0">
              <a:solidFill>
                <a:srgbClr val="B83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856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83421"/>
            </a:gs>
            <a:gs pos="100000">
              <a:srgbClr val="642F37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9CDD2-B2C9-5090-3889-9F2F468B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ED526-2A70-0619-C1CF-8A71D0A6A667}"/>
              </a:ext>
            </a:extLst>
          </p:cNvPr>
          <p:cNvSpPr txBox="1"/>
          <p:nvPr/>
        </p:nvSpPr>
        <p:spPr>
          <a:xfrm>
            <a:off x="1605770" y="3779837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321F115-A6CB-5AD9-09A7-B9CA8E8B0359}"/>
              </a:ext>
            </a:extLst>
          </p:cNvPr>
          <p:cNvSpPr txBox="1">
            <a:spLocks/>
          </p:cNvSpPr>
          <p:nvPr/>
        </p:nvSpPr>
        <p:spPr>
          <a:xfrm>
            <a:off x="1039206" y="1899766"/>
            <a:ext cx="820161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Как это работает?</a:t>
            </a:r>
          </a:p>
        </p:txBody>
      </p:sp>
    </p:spTree>
    <p:extLst>
      <p:ext uri="{BB962C8B-B14F-4D97-AF65-F5344CB8AC3E}">
        <p14:creationId xmlns:p14="http://schemas.microsoft.com/office/powerpoint/2010/main" val="143377617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7C55F-DEC7-B037-9680-565157E6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0B0696A-B429-C2E8-7943-2EF31E9A1216}"/>
              </a:ext>
            </a:extLst>
          </p:cNvPr>
          <p:cNvSpPr txBox="1">
            <a:spLocks/>
          </p:cNvSpPr>
          <p:nvPr/>
        </p:nvSpPr>
        <p:spPr>
          <a:xfrm>
            <a:off x="920872" y="1340369"/>
            <a:ext cx="8459796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Перспективы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DAE56-B42F-726E-2369-6DA8BC3FBB18}"/>
              </a:ext>
            </a:extLst>
          </p:cNvPr>
          <p:cNvSpPr txBox="1"/>
          <p:nvPr/>
        </p:nvSpPr>
        <p:spPr>
          <a:xfrm>
            <a:off x="1390617" y="2979868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18942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F5286-70C1-A459-A9EF-DE6916A3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161D3C6-37BE-FAAA-D891-C4391BCB9A2C}"/>
              </a:ext>
            </a:extLst>
          </p:cNvPr>
          <p:cNvSpPr txBox="1">
            <a:spLocks/>
          </p:cNvSpPr>
          <p:nvPr/>
        </p:nvSpPr>
        <p:spPr>
          <a:xfrm>
            <a:off x="799653" y="2104162"/>
            <a:ext cx="8839197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6600" dirty="0">
                <a:solidFill>
                  <a:srgbClr val="F7C667"/>
                </a:solidFill>
                <a:latin typeface="Montserrat Alternates ExtraBold" pitchFamily="2"/>
              </a:rPr>
              <a:t>Присоединяйтесь к нам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CBE23-0222-32CC-9023-954B13F47BC0}"/>
              </a:ext>
            </a:extLst>
          </p:cNvPr>
          <p:cNvSpPr txBox="1"/>
          <p:nvPr/>
        </p:nvSpPr>
        <p:spPr>
          <a:xfrm>
            <a:off x="1390619" y="3828419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9109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784</Words>
  <Application>Microsoft Office PowerPoint</Application>
  <PresentationFormat>Широкоэкранный</PresentationFormat>
  <Paragraphs>46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Montserrat Alternates</vt:lpstr>
      <vt:lpstr>Montserrat Alternates ExtraBold</vt:lpstr>
      <vt:lpstr>Times New Roman</vt:lpstr>
      <vt:lpstr>Default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Goblin</dc:creator>
  <cp:lastModifiedBy>Светлана Сапунова</cp:lastModifiedBy>
  <cp:revision>12</cp:revision>
  <dcterms:created xsi:type="dcterms:W3CDTF">2009-04-16T11:32:32Z</dcterms:created>
  <dcterms:modified xsi:type="dcterms:W3CDTF">2026-03-22T20:20:55Z</dcterms:modified>
</cp:coreProperties>
</file>